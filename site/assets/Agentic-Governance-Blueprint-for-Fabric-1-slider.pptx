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icrosoft/frontier-fabric-governance-hackathon" TargetMode="External"/><Relationship Id="rId2" Type="http://schemas.openxmlformats.org/officeDocument/2006/relationships/hyperlink" Target="https://github.com/microsoft/frontier-fabric-governance-hackathon/blob/main/docs/challenges-overview.md" TargetMode="External"/><Relationship Id="rId3" Type="http://schemas.openxmlformats.org/officeDocument/2006/relationships/hyperlink" Target="https://github.com/microsoft/frontier-fabric-governance-hackathon/blob/main/docs/delivery-guid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Governance Blueprint for Fabric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104120" y="731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DB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TBD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570585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841248"/>
            <a:ext cx="5715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Scenario: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55046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agent-assisted governance framework that helps teams deploy Fabric the "right way" faster — codifying standards and producing repeatable templates, checks, and guidance using Fabric Skills and GitHub Copilot powered by skills-for-fabric Agents.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7648" y="886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Scenario: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27648" y="1115568"/>
            <a:ext cx="5495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the Fabric tenant as </a:t>
            </a:r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infrastructure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every workspace, item, role, label, agent, and promotion is a YAML manifest in Git — reviewed via Pull Request and applied by a service principal with </a:t>
            </a:r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long-lived secrets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Fabric MCP servers, Skills for Fabric, and GitHub Copilot accelerate authoring and review without ever bypassing the gate.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103120"/>
            <a:ext cx="570585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103120"/>
            <a:ext cx="276148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2103120"/>
            <a:ext cx="282549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Desired outcome: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2395728"/>
            <a:ext cx="5413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tenant → fully governed, PR-driven control plane in under 2 days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Auditable, replayable artifacts — no ClickOps, no long-lived secrets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Customer-owned repo + repeatable templates to continue immediately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27648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Materials: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237744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u="sng" dirty="0">
                <a:solidFill>
                  <a:srgbClr val="2E74B5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Fabric Governance Hackathon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u="sng" dirty="0">
                <a:solidFill>
                  <a:srgbClr val="2E74B5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10-challenge visual tour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u="sng" dirty="0">
                <a:solidFill>
                  <a:srgbClr val="2E74B5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Facilitator delivery guide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217152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0" y="235915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8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demo — 90 min</a:t>
            </a:r>
            <a:endParaRPr lang="en-US" sz="83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8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1-day immersion</a:t>
            </a:r>
            <a:endParaRPr lang="en-US" sz="83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83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2-day hackathon (default)</a:t>
            </a:r>
            <a:endParaRPr lang="en-US" sz="83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8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Multi-week engagement</a:t>
            </a:r>
            <a:endParaRPr lang="en-US" sz="83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8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Self-paced enablement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56032" y="3236976"/>
            <a:ext cx="1167688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2735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Journey.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2291486" cy="603504"/>
          </a:xfrm>
          <a:prstGeom prst="rect">
            <a:avLst/>
          </a:prstGeom>
          <a:solidFill>
            <a:srgbClr val="0B53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39312"/>
            <a:ext cx="22000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EAF0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tenant agent-ready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57246" y="3639312"/>
            <a:ext cx="2291486" cy="603504"/>
          </a:xfrm>
          <a:prstGeom prst="rect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2966" y="3639312"/>
            <a:ext cx="22000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LOOP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EAF0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exists without a PR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48733" y="3639312"/>
            <a:ext cx="2291486" cy="603504"/>
          </a:xfrm>
          <a:prstGeom prst="rect">
            <a:avLst/>
          </a:prstGeom>
          <a:solidFill>
            <a:srgbClr val="0F9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4453" y="3639312"/>
            <a:ext cx="22000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CONTROL PLANE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EAF0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Front-door governance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0219" y="3639312"/>
            <a:ext cx="2291486" cy="603504"/>
          </a:xfrm>
          <a:prstGeom prst="rect">
            <a:avLst/>
          </a:prstGeom>
          <a:solidFill>
            <a:srgbClr val="E073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5939" y="3639312"/>
            <a:ext cx="22000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GOVERNANCE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EAF0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with guardrails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31706" y="3639312"/>
            <a:ext cx="2291486" cy="603504"/>
          </a:xfrm>
          <a:prstGeom prst="rect">
            <a:avLst/>
          </a:prstGeom>
          <a:solidFill>
            <a:srgbClr val="6A32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77426" y="3639312"/>
            <a:ext cx="22000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&amp; EVOLVE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EAF0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it, then compound it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57246" y="4297680"/>
            <a:ext cx="0" cy="1956816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8733" y="4297680"/>
            <a:ext cx="0" cy="1956816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0219" y="4297680"/>
            <a:ext cx="0" cy="1956816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31706" y="4297680"/>
            <a:ext cx="0" cy="1956816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297680"/>
            <a:ext cx="20720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 a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principal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GitHub via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zero secrets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+ verify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MCP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servers and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for Fabric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tenant settings; smoke-test agent prompts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b="1" spc="100" kern="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Hackathon-ready tenant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identity auditors can defend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A6A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00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766974" y="4297680"/>
            <a:ext cx="20720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Workspaces created, updated, decommissioned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via Pull Request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→ validate → OIDC provision → nightly drift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validator runs locally and in CI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b="1" spc="100" kern="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workspace lifecycle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provable “no ClickOps”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A6A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01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5058461" y="4297680"/>
            <a:ext cx="20720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as code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lakehouses, notebooks, warehouses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Domains, capacities, Purview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sensitivity labels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Group-first RBAC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expiring access, quarterly reviews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b="1" spc="100" kern="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Least-privilege, classified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estate with accurate chargeback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A6A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02–04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7349947" y="4297680"/>
            <a:ext cx="20720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Medallion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Bronze/Silver/Gold in one PR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Data Agents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allow-listed sources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Eventhouse + dashboard + alerts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→ stg → prd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promotion with rollback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b="1" spc="100" kern="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you can see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repeatable, reversible releases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A6A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05–08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641434" y="4297680"/>
            <a:ext cx="20720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 exercises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challenge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team completed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artifacts vs. rubric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customer’s own data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→ new / adapted challenges via </a:t>
            </a:r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/ enhance / adapt / feat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PRs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b="1" spc="100" kern="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60" b="1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Customer-owned repo</a:t>
            </a:r>
            <a:pPr indent="0" marL="0">
              <a:spcAft>
                <a:spcPts val="500"/>
              </a:spcAft>
              <a:buNone/>
            </a:pPr>
            <a:r>
              <a:rPr lang="en-US" sz="86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improves every delivery</a:t>
            </a:r>
            <a:endParaRPr lang="en-US" sz="86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A6A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+ evolve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256032" y="6419088"/>
            <a:ext cx="1167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“Prove governance in hours. Repeat it across every Fabric tenant.”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Governance Blueprint for Fabric — 1-slider</dc:title>
  <dc:subject>PptxGenJS Presentation</dc:subject>
  <dc:creator>Agentic Governance Blueprint for Fabric</dc:creator>
  <cp:lastModifiedBy>Agentic Governance Blueprint for Fabric</cp:lastModifiedBy>
  <cp:revision>1</cp:revision>
  <dcterms:created xsi:type="dcterms:W3CDTF">2026-06-23T13:58:35Z</dcterms:created>
  <dcterms:modified xsi:type="dcterms:W3CDTF">2026-06-23T13:58:35Z</dcterms:modified>
</cp:coreProperties>
</file>